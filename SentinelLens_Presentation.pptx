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Img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image1.png"/><Relationship Id="rIdImg2" Type="http://schemas.openxmlformats.org/officeDocument/2006/relationships/image" Target="../media/image2.png"/><Relationship Id="rIdImg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Question 4A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AI-Powered Behavioral Anomaly Detection for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– Ravi Kishan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 – 23BDS0227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SentinelLens — Explainable Behavioral Anomaly Detection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Learns per-entity “normal” behavior (users, service accounts, edge devices) from access logs — then flags deviations in near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Classifies the attack type — brute force, impossible travel, credential stuffing, lateral movement, device spoofing, low-and-slow exfiltration — not just “anomalous”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Every alert ships with a SHAP-based plain-English rationale (e.g. “16 accounts from one IP + failed auths”) — built for SOC analysts, not black-box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Addresses signature-based security's blind spot: novel and slow attacks that match no known malware hash or fixed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 xml:space="preserve">Uniqueness: 0% false positives on brand-new entities AND on legitimate behaviour change — the two failures that make real SOC tools unusable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 xml:space="preserve">Python · pandas/NumPy · faker · XGBoost · SHAP · Streamlit · Plotly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Generator matches the spec schema and all 8 behaviour patterns — 200 entities, 74K sessions, OS+MAC+protocol fingerprints, no giveaway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Sequence-aware detection via GRAPH model (spec option 3): bipartite entity↔resource graph, peer affinity + 2-hop reachability — AUC 1.00 on lateral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XGBoost multiclass + physics rule layer that CONFIRMS and VETOES geo-velocity claims; time-based split; inverse-frequency weighting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Baseline profiler (statistical + IsolationForest) · SHAP rationale per alert · Streamlit dashboard · 3.6 ms/event streaming scorer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3" name="Architecture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3405783" y="4330000"/>
            <a:ext cx="5380434" cy="22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 xml:space="preserve">Feasibility — proven, not promised: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Working end-to-end pipeline on 73,931 sessions; live scoring at 3.6 ms/event (277 events/sec, single thread)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PR-AUC 0.996 at 1:42 imbalance; 0 false alarms/day at a top-1% analyst budget; 50,271 events/sec batched</a:t>
            </a: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 xml:space="preserve">Challenges &amp; risks — identified honestly: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Results are measured on SYNTHETIC traffic and are optimistic by nature — 3 inflating artifacts were found and removed during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Measured on purpose-built cohorts: 20 brand-new entities (2,647 sessions) + 18 entities that legitimately changed shift and device</a:t>
            </a:r>
          </a:p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 xml:space="preserve">Mitigation strategies: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0.00% false positives on both cohorts; rolling baselines re-learn the new normal (post-drift deviation 0.85, identical to unchanged entities)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Physics rule layer confirms AND vetoes impossible travel → that class improved 0.83 → 0.93 F1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 xml:space="preserve">Streaming demonstrated by per-event benchmark; causal features port directly to Kafka-style stateful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 xml:space="preserve">GitHub repo: full source — generator, features, model, SHAP layer, dashboard (setup + run order documented)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 xml:space="preserve">Live outputs below: real alert queue with SHAP rationales · per-class F1 · precision-recall vs. analyst alert budget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0" name="AlertQueue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885062" y="2150000"/>
            <a:ext cx="8421875" cy="2450000"/>
          </a:xfrm>
          <a:prstGeom prst="rect">
            <a:avLst/>
          </a:prstGeom>
        </p:spPr>
      </p:pic>
      <p:pic>
        <p:nvPicPr>
          <p:cNvPr id="91" name="F1Chart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2483500" y="4700000"/>
            <a:ext cx="3412500" cy="1950000"/>
          </a:xfrm>
          <a:prstGeom prst="rect">
            <a:avLst/>
          </a:prstGeom>
        </p:spPr>
      </p:pic>
      <p:pic>
        <p:nvPicPr>
          <p:cNvPr id="92" name="BudgetChart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6296000" y="4700000"/>
            <a:ext cx="3412500" cy="1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Lundberg &amp; Lee (2017), “A Unified Approach to Interpreting Model Predictions” (SHAP) — NeurIPS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Chen &amp; Guestrin (2016), “XGBoost: A Scalable Tree Boosting System” — KDD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Chandola, Banerjee &amp; Kumar (2009), “Anomaly Detection: A Survey” — ACM Computing Surveys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MITRE ATT&amp;CK® framework — attack taxonomy reference for injected patterns (attack.mitre.org)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 xml:space="preserve">CERT Insider Threat studies — basis for low-and-slow and insider-drift simulation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 xml:space="preserve">GitHub repository link: [to be added on submission portal]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